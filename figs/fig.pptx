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47"/>
    <p:restoredTop sz="94688"/>
  </p:normalViewPr>
  <p:slideViewPr>
    <p:cSldViewPr snapToGrid="0">
      <p:cViewPr varScale="1">
        <p:scale>
          <a:sx n="95" d="100"/>
          <a:sy n="95" d="100"/>
        </p:scale>
        <p:origin x="200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F745A-3C70-159B-529F-5D2999A3FC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E6D965-9D98-E404-D4E3-26453A87F1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E02D3-758F-8918-100E-9096C8F2F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EB3FC-2407-0448-A178-78511E6E9333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F5EC4-9D39-FE5A-B620-A29E22E00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0C884-8CA3-BAC6-EC14-EA42F4363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CD559-EB11-3044-9F4D-67CD26FBA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764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C778E-E188-0822-431E-F2AEBC211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21B1E-4419-497D-F34A-A68A3782A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38A32-39DB-7AA3-2E58-052551917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EB3FC-2407-0448-A178-78511E6E9333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D606D-912C-C376-4211-F4B9F9513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1B154-9262-7B01-7AC7-9CB95A100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CD559-EB11-3044-9F4D-67CD26FBA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451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36171-E77C-36DC-B06A-414A4FFF6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8D458F-084A-A0FE-5910-92EEDAA0D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1A087-C3D4-EC29-F3EF-DF0BDFA99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EB3FC-2407-0448-A178-78511E6E9333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D7003-860A-E86A-8EA9-229A43B17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38830-C499-3956-1ED5-147CF3008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CD559-EB11-3044-9F4D-67CD26FBA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720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5D0A0-BBF5-FCA7-24D9-50E32AE00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29775-1CA4-6BEF-2071-FAE092C7D8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DE4CEA-37FA-5219-9D97-EB3D5F1AA8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51841D-B9F6-C483-B562-35842E43D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EB3FC-2407-0448-A178-78511E6E9333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8CF138-1F79-10CC-3E99-CDEEB6566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F65A7D-703F-501E-1B34-46AA328E1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CD559-EB11-3044-9F4D-67CD26FBA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749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930D4-6CD2-CEC3-5353-33B18B647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D6218F-25CA-18D5-5DF3-9BFC6DCF3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8D35EA-50D5-DAA4-5175-D04343DEEC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A7B325-6004-B2CC-B163-9B1219FEFE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0127CD-449A-B3FF-3646-D1C744792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091F2F-B845-6F93-31A7-825886E4F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EB3FC-2407-0448-A178-78511E6E9333}" type="datetimeFigureOut">
              <a:rPr lang="en-US" smtClean="0"/>
              <a:t>6/11/26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4C6B30-79A4-5B4F-8A70-72D04BD51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A48453-CA77-A31C-8DAF-FF3DF6B36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CD559-EB11-3044-9F4D-67CD26FBA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03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B98D1-D9EE-F4B3-87C5-083624FAB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67C114-D688-0E8F-988F-0C801D6DD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EB3FC-2407-0448-A178-78511E6E9333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D04CB3-A311-DC1E-F6F7-B8056ED4A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A4E20F-FFA0-435C-51EE-D8F5F2566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CD559-EB11-3044-9F4D-67CD26FBA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00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7FAC03-C9AD-CF2C-A337-3A2881C63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EB3FC-2407-0448-A178-78511E6E9333}" type="datetimeFigureOut">
              <a:rPr lang="en-US" smtClean="0"/>
              <a:t>6/11/26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D91568-D801-87C4-7221-B213631F9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C9083F-95FD-84C5-17C7-D26CF8173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CD559-EB11-3044-9F4D-67CD26FBA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692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F2799-7C83-50B7-EA04-3F9FC63C7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BAFFC-82EB-D058-B776-36546E11A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EA729B-B6F9-A61A-E8B4-D2A3EDEADD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CA6A6A-5C11-4359-2559-66EB2751F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EB3FC-2407-0448-A178-78511E6E9333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58309F-AB42-C748-A37A-37B066799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7F5A8F-5C02-ED79-18ED-287B60A6C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CD559-EB11-3044-9F4D-67CD26FBA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48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30591-379C-FB1D-9B4D-A53F832F7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6C2BC5-7698-51E0-239C-2EB4070038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2BCC3B-E88E-4D36-B1AB-665083153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7123E0-D97C-887D-3D7E-9F64C294E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EB3FC-2407-0448-A178-78511E6E9333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A142E0-7605-2B30-B16A-2F636A8D2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299558-E844-71D5-87A8-4DBF0B9F0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CD559-EB11-3044-9F4D-67CD26FBA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03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3F0E0-71FF-C0C7-AB0D-FCC36E12F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F9A6B2-4E53-A256-A58A-E3DBBAE113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581A72-44FC-4682-CB59-E429CB433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EB3FC-2407-0448-A178-78511E6E9333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63982-4299-E5F2-642E-021EB7F83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8AD6A-39AA-CF5F-EF2E-37DC7E027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CD559-EB11-3044-9F4D-67CD26FBA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580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0CD717-4821-CDA5-455F-7D27A06E95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820D90-1934-B7B2-8953-9ABEDD23A4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DCC0D-53E8-D9FF-66D3-E0AE13CE8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EB3FC-2407-0448-A178-78511E6E9333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B2590-6A35-B9C8-CBEE-F053F3146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EEDF9-338E-3E60-36AD-F8C3DFE1E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CD559-EB11-3044-9F4D-67CD26FBA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661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A031E9-83C9-6CC8-9FE1-F5E35212B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1ECA7-B078-19F2-14F9-D9310DB1A2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03845B-9793-3044-793D-2E0192FE21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BEB3FC-2407-0448-A178-78511E6E9333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F6459-21C7-216B-8106-F62AF7EC57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B10BA-C3DB-D0C8-BC9D-CCBEE525D3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CCD559-EB11-3044-9F4D-67CD26FBA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853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6287EF7-A373-D7FE-5E45-B4DEE9F557C8}"/>
              </a:ext>
            </a:extLst>
          </p:cNvPr>
          <p:cNvCxnSpPr>
            <a:cxnSpLocks/>
          </p:cNvCxnSpPr>
          <p:nvPr/>
        </p:nvCxnSpPr>
        <p:spPr>
          <a:xfrm>
            <a:off x="3272010" y="3183875"/>
            <a:ext cx="5791308" cy="0"/>
          </a:xfrm>
          <a:prstGeom prst="line">
            <a:avLst/>
          </a:prstGeom>
          <a:ln w="571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336FE58A-B6C9-6D06-A9AF-21DCE13576ED}"/>
              </a:ext>
            </a:extLst>
          </p:cNvPr>
          <p:cNvSpPr/>
          <p:nvPr/>
        </p:nvSpPr>
        <p:spPr>
          <a:xfrm>
            <a:off x="3106757" y="3095740"/>
            <a:ext cx="165253" cy="17627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88F7190-505B-6883-2153-2FD513D83AE1}"/>
              </a:ext>
            </a:extLst>
          </p:cNvPr>
          <p:cNvSpPr/>
          <p:nvPr/>
        </p:nvSpPr>
        <p:spPr>
          <a:xfrm>
            <a:off x="5652727" y="3100222"/>
            <a:ext cx="165253" cy="17627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D2FB0F3-3226-9048-82F7-4AC991E68090}"/>
              </a:ext>
            </a:extLst>
          </p:cNvPr>
          <p:cNvSpPr/>
          <p:nvPr/>
        </p:nvSpPr>
        <p:spPr>
          <a:xfrm>
            <a:off x="8104567" y="3104705"/>
            <a:ext cx="165253" cy="17627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D68C70-9671-11EC-7ECD-EA21DE4D9E26}"/>
              </a:ext>
            </a:extLst>
          </p:cNvPr>
          <p:cNvSpPr txBox="1"/>
          <p:nvPr/>
        </p:nvSpPr>
        <p:spPr>
          <a:xfrm>
            <a:off x="2846981" y="3489459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382E15-B9EC-83D7-BD62-15963D543884}"/>
              </a:ext>
            </a:extLst>
          </p:cNvPr>
          <p:cNvSpPr txBox="1"/>
          <p:nvPr/>
        </p:nvSpPr>
        <p:spPr>
          <a:xfrm>
            <a:off x="4722864" y="3384743"/>
            <a:ext cx="20249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Year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Assessment</a:t>
            </a:r>
          </a:p>
        </p:txBody>
      </p:sp>
      <p:pic>
        <p:nvPicPr>
          <p:cNvPr id="14" name="Graphic 13" descr="Car with solid fill">
            <a:extLst>
              <a:ext uri="{FF2B5EF4-FFF2-40B4-BE49-F238E27FC236}">
                <a16:creationId xmlns:a16="http://schemas.microsoft.com/office/drawing/2014/main" id="{E78F82C4-17CB-86E6-D7FD-5303AA65A2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44829" y="2382208"/>
            <a:ext cx="914400" cy="914400"/>
          </a:xfrm>
          <a:prstGeom prst="rect">
            <a:avLst/>
          </a:prstGeom>
        </p:spPr>
      </p:pic>
      <p:pic>
        <p:nvPicPr>
          <p:cNvPr id="15" name="Graphic 14" descr="Car with solid fill">
            <a:extLst>
              <a:ext uri="{FF2B5EF4-FFF2-40B4-BE49-F238E27FC236}">
                <a16:creationId xmlns:a16="http://schemas.microsoft.com/office/drawing/2014/main" id="{93D48266-12F1-F7DD-1CF9-46FEF624D8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17348" y="2382208"/>
            <a:ext cx="914400" cy="914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59FC902-EF13-44D2-0E67-78F1555EFAF8}"/>
              </a:ext>
            </a:extLst>
          </p:cNvPr>
          <p:cNvSpPr txBox="1"/>
          <p:nvPr/>
        </p:nvSpPr>
        <p:spPr>
          <a:xfrm>
            <a:off x="3285826" y="1784143"/>
            <a:ext cx="2232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 1 (Exploratory)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D2231B-EC71-175C-2957-F2FB2CB5251C}"/>
              </a:ext>
            </a:extLst>
          </p:cNvPr>
          <p:cNvSpPr txBox="1"/>
          <p:nvPr/>
        </p:nvSpPr>
        <p:spPr>
          <a:xfrm>
            <a:off x="5870702" y="1784143"/>
            <a:ext cx="239911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 2 (Confirmatory)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318DDF-7C53-B017-6418-6DAA5DF6C2F2}"/>
              </a:ext>
            </a:extLst>
          </p:cNvPr>
          <p:cNvSpPr txBox="1"/>
          <p:nvPr/>
        </p:nvSpPr>
        <p:spPr>
          <a:xfrm>
            <a:off x="7257331" y="3384742"/>
            <a:ext cx="20249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Year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Assessment</a:t>
            </a:r>
          </a:p>
        </p:txBody>
      </p:sp>
    </p:spTree>
    <p:extLst>
      <p:ext uri="{BB962C8B-B14F-4D97-AF65-F5344CB8AC3E}">
        <p14:creationId xmlns:p14="http://schemas.microsoft.com/office/powerpoint/2010/main" val="2059162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19</Words>
  <Application>Microsoft Macintosh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Zhang, Han</dc:creator>
  <cp:lastModifiedBy>Zhang, Han</cp:lastModifiedBy>
  <cp:revision>8</cp:revision>
  <dcterms:created xsi:type="dcterms:W3CDTF">2026-06-12T00:31:28Z</dcterms:created>
  <dcterms:modified xsi:type="dcterms:W3CDTF">2026-06-12T00:40:21Z</dcterms:modified>
</cp:coreProperties>
</file>